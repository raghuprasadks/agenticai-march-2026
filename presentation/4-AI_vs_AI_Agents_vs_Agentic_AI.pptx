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Traditional AI vs AI Agents vs Agentic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Comparison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000000"/>
          <a:ext cx="9144000" cy="4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666666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Traditional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Agentic AI</a:t>
                      </a:r>
                    </a:p>
                  </a:txBody>
                  <a:tcPr/>
                </a:tc>
              </a:tr>
              <a:tr h="666666">
                <a:tc>
                  <a:txBody>
                    <a:bodyPr/>
                    <a:lstStyle/>
                    <a:p>
                      <a:r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Systems performing specific tasks using rules or trained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Programs that perceive environment and take actions to achieve goals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Advanced AI that plans, reasons and autonomously completes complex tasks</a:t>
                      </a:r>
                    </a:p>
                  </a:txBody>
                  <a:tcPr/>
                </a:tc>
              </a:tr>
              <a:tr h="666666">
                <a:tc>
                  <a:txBody>
                    <a:bodyPr/>
                    <a:lstStyle/>
                    <a:p>
                      <a:r>
                        <a:t>Level of Autonomy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</a:tr>
              <a:tr h="666666">
                <a:tc>
                  <a:txBody>
                    <a:bodyPr/>
                    <a:lstStyle/>
                    <a:p>
                      <a:r>
                        <a:t>Human Intervention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Sometimes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Minimal</a:t>
                      </a:r>
                    </a:p>
                  </a:txBody>
                  <a:tcPr/>
                </a:tc>
              </a:tr>
              <a:tr h="666666">
                <a:tc>
                  <a:txBody>
                    <a:bodyPr/>
                    <a:lstStyle/>
                    <a:p>
                      <a:r>
                        <a:t>Decision Making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 prediction or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Goal-based decisions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Planning and reasoning based decisions</a:t>
                      </a:r>
                    </a:p>
                  </a:txBody>
                  <a:tcPr/>
                </a:tc>
              </a:tr>
              <a:tr h="666670">
                <a:tc>
                  <a:txBody>
                    <a:bodyPr/>
                    <a:lstStyle/>
                    <a:p>
                      <a:r>
                        <a:t>Task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Single 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Goal-based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Complex multi-step tasks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000000"/>
          <a:ext cx="9144000" cy="4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666666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Traditional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Agentic AI</a:t>
                      </a:r>
                    </a:p>
                  </a:txBody>
                  <a:tcPr/>
                </a:tc>
              </a:tr>
              <a:tr h="666666">
                <a:tc>
                  <a:txBody>
                    <a:bodyPr/>
                    <a:lstStyle/>
                    <a:p>
                      <a:r>
                        <a:t>Environment Awareness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Aware of inputs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Continuously observes and adapts</a:t>
                      </a:r>
                    </a:p>
                  </a:txBody>
                  <a:tcPr/>
                </a:tc>
              </a:tr>
              <a:tr h="666666">
                <a:tc>
                  <a:txBody>
                    <a:bodyPr/>
                    <a:lstStyle/>
                    <a:p>
                      <a:r>
                        <a:t>Learning 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Learns during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Limited adaptation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Continuous improvement</a:t>
                      </a:r>
                    </a:p>
                  </a:txBody>
                  <a:tcPr/>
                </a:tc>
              </a:tr>
              <a:tr h="666666">
                <a:tc>
                  <a:txBody>
                    <a:bodyPr/>
                    <a:lstStyle/>
                    <a:p>
                      <a:r>
                        <a:t>Workflow 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Static 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Dynamic 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Autonomous workflow creation</a:t>
                      </a:r>
                    </a:p>
                  </a:txBody>
                  <a:tcPr/>
                </a:tc>
              </a:tr>
              <a:tr h="666666">
                <a:tc>
                  <a:txBody>
                    <a:bodyPr/>
                    <a:lstStyle/>
                    <a:p>
                      <a:r>
                        <a:t>Tool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Rarely uses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May use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Uses multiple tools, APIs and databases</a:t>
                      </a:r>
                    </a:p>
                  </a:txBody>
                  <a:tcPr/>
                </a:tc>
              </a:tr>
              <a:tr h="666670">
                <a:tc>
                  <a:txBody>
                    <a:bodyPr/>
                    <a:lstStyle/>
                    <a:p>
                      <a:r>
                        <a:t>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Spam filter, image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Chatbots, virtual assistants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AutoGPT, BabyAGI, autonomous research agents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